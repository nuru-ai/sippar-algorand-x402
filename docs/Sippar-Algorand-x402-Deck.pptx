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37160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D49A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ALGORAND BUILDERS BERLIN  ·  AGENTIC COMMERCE x402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148840"/>
            <a:ext cx="106372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Sippar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root for the agent economy.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425196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agent, any chain — pays Algorand x402 services via ICP threshold signatures.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60350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D49A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Track 1 · Existing Project          ◆          Quantoz EURQ bonus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49A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BUYER CHANGED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Micropayments aren't new. The approver is.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011680"/>
            <a:ext cx="1063721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“Payment Required” sat empty for ~30 years.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12 months three walls fell: fee floors died, software got hands, payment giants shipped agent protocols.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3332378" cy="1417320"/>
          </a:xfrm>
          <a:prstGeom prst="roundRect">
            <a:avLst>
              <a:gd name="adj" fmla="val 4516"/>
            </a:avLst>
          </a:prstGeom>
          <a:solidFill>
            <a:srgbClr val="0E1A38"/>
          </a:solidFill>
          <a:ln w="12700">
            <a:solidFill>
              <a:srgbClr val="142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14800"/>
            <a:ext cx="33323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$33T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volume 2025 — past Visa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29658" y="3977640"/>
            <a:ext cx="3332378" cy="1417320"/>
          </a:xfrm>
          <a:prstGeom prst="roundRect">
            <a:avLst>
              <a:gd name="adj" fmla="val 4516"/>
            </a:avLst>
          </a:prstGeom>
          <a:solidFill>
            <a:srgbClr val="0E1A38"/>
          </a:solidFill>
          <a:ln w="12700">
            <a:solidFill>
              <a:srgbClr val="142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9658" y="4114800"/>
            <a:ext cx="33323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$3–5T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66818" y="48920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commerce by 2030 · McKinsey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2077" y="3977640"/>
            <a:ext cx="3332378" cy="1417320"/>
          </a:xfrm>
          <a:prstGeom prst="roundRect">
            <a:avLst>
              <a:gd name="adj" fmla="val 4516"/>
            </a:avLst>
          </a:prstGeom>
          <a:solidFill>
            <a:srgbClr val="0E1A38"/>
          </a:solidFill>
          <a:ln w="12700">
            <a:solidFill>
              <a:srgbClr val="142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2077" y="4114800"/>
            <a:ext cx="333237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$15T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19237" y="48920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agent commerce by 2028 · Gartner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57150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call it the Sips Economy — 1 sip = $0.0001.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49A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WHAT'S OURS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root, not the rail.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10637215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needs an identity before it can pay. That part is ours.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signing key, split across 34 independent operators — assembled by no one.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identity pays across 10 chains and the card rails — Visa, Mastercard, Google AP2.</a:t>
            </a:r>
            <a:endParaRPr lang="en-US" sz="1700" dirty="0"/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◆"/>
            </a:pPr>
            <a:r>
              <a:rPr lang="en-US" sz="17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pays people too, not just machines — whoever finishes the task.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715000"/>
            <a:ext cx="106372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user is the customer. The agent is plumbing.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49A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BRINGING THE SIPS ECONOMY TO ALGORAND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chain in  →  Algorand out.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090008" cy="3200400"/>
          </a:xfrm>
          <a:prstGeom prst="roundRect">
            <a:avLst>
              <a:gd name="adj" fmla="val 1714"/>
            </a:avLst>
          </a:prstGeom>
          <a:solidFill>
            <a:srgbClr val="142140"/>
          </a:solidFill>
          <a:ln w="6350">
            <a:solidFill>
              <a:srgbClr val="94A0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77440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4A0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WALL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45413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pays an Algorand x402 service without first holding Algorand assets.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settlement is unsolved — CDP, Circle, AWS all settle single-chain.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4448" y="2148840"/>
            <a:ext cx="5090008" cy="3200400"/>
          </a:xfrm>
          <a:prstGeom prst="roundRect">
            <a:avLst>
              <a:gd name="adj" fmla="val 1714"/>
            </a:avLst>
          </a:prstGeom>
          <a:solidFill>
            <a:srgbClr val="0E1A38"/>
          </a:solidFill>
          <a:ln w="12700">
            <a:solidFill>
              <a:srgbClr val="D49A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98768" y="2377440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A07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SIPPAR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8768" y="2834640"/>
            <a:ext cx="45413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 your home chain. ICP threshold signatures sign the Algorand x402 payment directly.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bridge. No custodian. No seed phrase. The agent never holds an Algorand asset.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0B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49A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NOT A MOCKUP — MAINNET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live on Algorand.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37215" cy="914400"/>
        </p:xfrm>
        <a:graphic>
          <a:graphicData uri="http://schemas.openxmlformats.org/drawingml/2006/table">
            <a:tbl>
              <a:tblPr/>
              <a:tblGrid>
                <a:gridCol w="7315200"/>
                <a:gridCol w="3322015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Threshold-paid a REAL third-party Algorand x402 service (Carbon &amp; Cashmere)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8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CB06E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RKGSX6MB…WH4EAA</a:t>
                      </a:r>
                      <a:endParaRPr lang="en-US" sz="15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8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A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Threshold-paid our own Algorand x402 AI endpoint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8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CB06E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35EJIH6M…RF2Q</a:t>
                      </a:r>
                      <a:endParaRPr lang="en-US" sz="15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8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A3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4EF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Quantoz EURQ wired + settlement reserve opted into the EURQ ASA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8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4CB06E"/>
                          </a:solidFill>
                          <a:latin typeface="Roboto Mono" pitchFamily="34" charset="0"/>
                          <a:ea typeface="Roboto Mono" pitchFamily="34" charset="-122"/>
                          <a:cs typeface="Roboto Mono" pitchFamily="34" charset="-120"/>
                        </a:rPr>
                        <a:t>KGL55F3I…74Q2QA</a:t>
                      </a:r>
                      <a:endParaRPr lang="en-US" sz="1500" dirty="0">
                        <a:latin typeface="Roboto Mono" charset="0"/>
                        <a:ea typeface="Roboto Mono" charset="0"/>
                        <a:cs typeface="Roboto Mono" charset="0"/>
                      </a:endParaRPr>
                    </a:p>
                  </a:txBody>
                  <a:tcPr marL="127000" marR="1270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38100" cap="flat" cmpd="sng" algn="ctr">
                      <a:solidFill>
                        <a:srgbClr val="08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E1A3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8640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verified Algorand x402 service on the Sippar Marketplace · accepts USDC + EURQ · 4 ICP canisters · x402 on 10 chains.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Banks settle between banks.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settle between agents.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" y="3429000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Sippar makes Algorand the settlement hub for every agent — live on mainnet today.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4572000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an agent a budget. Watch what it buys.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9A5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github.com/Nuru-AI/sippar-algorand-x402          sippar.network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2026-06-07T12:50:54Z</dcterms:created>
  <dcterms:modified xsi:type="dcterms:W3CDTF">2026-06-07T12:50:54Z</dcterms:modified>
</cp:coreProperties>
</file>