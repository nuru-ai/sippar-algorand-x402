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300" kern="0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SIPPAR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1546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trust root for the agent economy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any Algorand x402 service from any chain — via ICP threshold signatures.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bridge. No custodian. No seed phrase.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9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Algorand Builders Berlin  ·  Agentic Commerce x402  ·  Track 1 (Existing Project)  ·  Quantoz EURQ bonus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9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 CHANGED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Micropayments aren't new.</a:t>
            </a:r>
            <a:endParaRPr lang="en-US" sz="3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thing that approves them is.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402 “Payment Required” sat empty in every browser for ~30 years.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12 months three walls fell at once: card fee floors died, software got hands, and every payment giant shipped an agent protocol.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 fact can cost three sips. The unit is the inference-call. 1 sip = $0.0001.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3454298" cy="1554480"/>
          </a:xfrm>
          <a:prstGeom prst="roundRect">
            <a:avLst>
              <a:gd name="adj" fmla="val 4706"/>
            </a:avLst>
          </a:prstGeom>
          <a:solidFill>
            <a:srgbClr val="0E1A38"/>
          </a:solidFill>
          <a:ln w="9525">
            <a:solidFill>
              <a:srgbClr val="D49A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251960"/>
            <a:ext cx="345429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$33T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983480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volume in 2025 — past Visa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4114800"/>
            <a:ext cx="3454298" cy="1554480"/>
          </a:xfrm>
          <a:prstGeom prst="roundRect">
            <a:avLst>
              <a:gd name="adj" fmla="val 4706"/>
            </a:avLst>
          </a:prstGeom>
          <a:solidFill>
            <a:srgbClr val="0E1A38"/>
          </a:solidFill>
          <a:ln w="9525">
            <a:solidFill>
              <a:srgbClr val="D49A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68698" y="4251960"/>
            <a:ext cx="345429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$3–5T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05858" y="4983480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commerce by 2030 (McKinsey)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7317" y="4114800"/>
            <a:ext cx="3454298" cy="1554480"/>
          </a:xfrm>
          <a:prstGeom prst="roundRect">
            <a:avLst>
              <a:gd name="adj" fmla="val 4706"/>
            </a:avLst>
          </a:prstGeom>
          <a:solidFill>
            <a:srgbClr val="0E1A38"/>
          </a:solidFill>
          <a:ln w="9525">
            <a:solidFill>
              <a:srgbClr val="D49A5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7317" y="4251960"/>
            <a:ext cx="345429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$15T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234477" y="4983480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agent commerce by 2028 (Gartner)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call it the Sips Economy.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9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OURS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Sippar is the trust root, not the rail.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needs an identity before it can pay. That part is ours.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signing key, split across 34 independent operators in different countries — no single party can assemble it. The private key never exists in one place.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identity pays across 10 chains (incl. Algorand) and the card rails — Visa TAP, Mastercard Agent Pay, Google AP2. The wrapping differs; the trust root doesn't.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identity also pays people, not just machines. The economy isn't a closed AI loop — it's a settlement layer that pays whoever finishes the task.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user is the customer. The agent is plumbing.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9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THE SIPS ECONOMY TO ALGORAND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wall — and Sippar's answer.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227168" cy="3291840"/>
          </a:xfrm>
          <a:prstGeom prst="roundRect">
            <a:avLst>
              <a:gd name="adj" fmla="val 1667"/>
            </a:avLst>
          </a:prstGeom>
          <a:solidFill>
            <a:srgbClr val="142140"/>
          </a:solidFill>
          <a:ln w="6350">
            <a:solidFill>
              <a:srgbClr val="94A0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67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0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467852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pay an Algorand x402 service without first holding Algorand assets.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settlement is the industry's unsolved problem — Coinbase CDP, Circle Agent Stack, and AWS AgentCore all settle single-chain.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24448" y="2286000"/>
            <a:ext cx="5227168" cy="3291840"/>
          </a:xfrm>
          <a:prstGeom prst="roundRect">
            <a:avLst>
              <a:gd name="adj" fmla="val 1667"/>
            </a:avLst>
          </a:prstGeom>
          <a:solidFill>
            <a:srgbClr val="0E1A38"/>
          </a:solidFill>
          <a:ln w="9525">
            <a:solidFill>
              <a:srgbClr val="D49A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98768" y="2468880"/>
            <a:ext cx="467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Sippar's answer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98768" y="2926080"/>
            <a:ext cx="467852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pays on its home chain. Sippar threshold-signs the Algorand x402 payment directly, so the service is paid natively on Algorand.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ICP-distributed key — no private key, no custodian, no bridge. The agent never holds an Algorand asset.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chain in  →  Algorand out.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9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MAINNET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 live on Algorand mainnet.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11535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230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81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0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81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Mainnet transaction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07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Threshold-paid a REAL third-party Algorand x402 service (Carbon &amp; Cashmere) — returned a live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CB0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RKGSX6MB…WH4EAA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Threshold-paid our own AI inference endpoint (Featherless)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CB0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35EJIH6M…RF2Q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Quantoz EURQ wired + settlement reserve opted into the EURQ ASA (bonus)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CB0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KGL55F3I…74Q2QA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4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VERIFIED Algorand x402 service on the Sippar Marketplace  ·  endpoint accepts USDC + Quantoz EURQ  ·  4 production ICP canisters  ·  x402 live on 10 chains.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Banks settle between banks.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settle between agents.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32004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Sippar makes Algorand the settlement hub for every agent, on any chain — live on mainnet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0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for the ancient city of justice and verification — the first cross-chain payment map, 4,000 years 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an agent a budget. Watch what it buys.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9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github.com/Nuru-AI/sippar-algorand-x402     ·     sippar.network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2026-06-07T10:25:58Z</dcterms:created>
  <dcterms:modified xsi:type="dcterms:W3CDTF">2026-06-07T10:25:58Z</dcterms:modified>
</cp:coreProperties>
</file>